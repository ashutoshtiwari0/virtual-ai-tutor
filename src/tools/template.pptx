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7" d="100"/>
          <a:sy n="47" d="100"/>
        </p:scale>
        <p:origin x="1027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2281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1571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5464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7793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553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1231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698872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15115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99553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2673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03911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1567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1803965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94291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20190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10220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344379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781333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96573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3899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54351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608723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7512715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84514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52534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9188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1407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20970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981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71690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400" dirty="0">
                <a:latin typeface="Aptos"/>
              </a:rPr>
              <a:t>{</a:t>
            </a:r>
            <a:r>
              <a:rPr lang="en-US" sz="2400" dirty="0">
                <a:latin typeface="Aptos"/>
              </a:rPr>
              <a:t>{</a:t>
            </a:r>
            <a:r>
              <a:rPr sz="2400" dirty="0">
                <a:latin typeface="Aptos"/>
              </a:rPr>
              <a:t>{</a:t>
            </a:r>
            <a:r>
              <a:rPr lang="en-US" sz="2400" dirty="0" err="1">
                <a:latin typeface="Aptos"/>
              </a:rPr>
              <a:t>topic_n</a:t>
            </a:r>
            <a:r>
              <a:rPr sz="2400" dirty="0" err="1">
                <a:latin typeface="Aptos"/>
              </a:rPr>
              <a:t>ame</a:t>
            </a:r>
            <a:r>
              <a:rPr sz="2400" dirty="0">
                <a:latin typeface="Aptos"/>
              </a:rPr>
              <a:t>}}</a:t>
            </a:r>
            <a:r>
              <a:rPr lang="en-US" sz="2400" dirty="0">
                <a:latin typeface="Aptos"/>
              </a:rPr>
              <a:t>}</a:t>
            </a:r>
            <a:endParaRPr sz="2400" dirty="0">
              <a:latin typeface="Apto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>
                <a:latin typeface="Aptos"/>
              </a:rPr>
              <a:t>AI Virtual Tutor • Study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latin typeface="Aptos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dirty="0">
                <a:latin typeface="Aptos"/>
              </a:rPr>
              <a:t>{</a:t>
            </a:r>
            <a:r>
              <a:rPr lang="en-US" sz="2000" dirty="0">
                <a:latin typeface="Aptos"/>
              </a:rPr>
              <a:t>{</a:t>
            </a:r>
            <a:r>
              <a:rPr sz="2000" dirty="0">
                <a:latin typeface="Aptos"/>
              </a:rPr>
              <a:t>{introduction}}</a:t>
            </a:r>
            <a:r>
              <a:rPr lang="en-US" sz="2000" dirty="0">
                <a:latin typeface="Aptos"/>
              </a:rPr>
              <a:t>}</a:t>
            </a:r>
            <a:endParaRPr sz="2000" dirty="0"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latin typeface="Aptos"/>
              </a:rPr>
              <a:t>Core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dirty="0">
                <a:latin typeface="Aptos"/>
              </a:rPr>
              <a:t>{</a:t>
            </a:r>
            <a:r>
              <a:rPr lang="en-US" sz="2000" dirty="0">
                <a:latin typeface="Aptos"/>
              </a:rPr>
              <a:t>{</a:t>
            </a:r>
            <a:r>
              <a:rPr sz="2000" dirty="0">
                <a:latin typeface="Aptos"/>
              </a:rPr>
              <a:t>{</a:t>
            </a:r>
            <a:r>
              <a:rPr sz="2000" dirty="0" err="1">
                <a:latin typeface="Aptos"/>
              </a:rPr>
              <a:t>core_concept</a:t>
            </a:r>
            <a:r>
              <a:rPr sz="2000" dirty="0">
                <a:latin typeface="Aptos"/>
              </a:rPr>
              <a:t>}</a:t>
            </a:r>
            <a:r>
              <a:rPr lang="en-US" sz="2000" dirty="0">
                <a:latin typeface="Aptos"/>
              </a:rPr>
              <a:t>}</a:t>
            </a:r>
            <a:r>
              <a:rPr sz="2000" dirty="0">
                <a:latin typeface="Aptos"/>
              </a:rP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latin typeface="Aptos"/>
              </a:rP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dirty="0">
                <a:latin typeface="Aptos"/>
              </a:rPr>
              <a:t>{{</a:t>
            </a:r>
            <a:r>
              <a:rPr lang="en-US" sz="2000" dirty="0">
                <a:latin typeface="Aptos"/>
              </a:rPr>
              <a:t>{</a:t>
            </a:r>
            <a:r>
              <a:rPr sz="2000" dirty="0">
                <a:latin typeface="Aptos"/>
              </a:rPr>
              <a:t>methodology}}</a:t>
            </a:r>
            <a:r>
              <a:rPr lang="en-US" sz="2000" dirty="0">
                <a:latin typeface="Aptos"/>
              </a:rPr>
              <a:t>}</a:t>
            </a:r>
            <a:endParaRPr sz="2000" dirty="0"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latin typeface="Aptos"/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dirty="0">
                <a:latin typeface="Aptos"/>
              </a:rPr>
              <a:t>{</a:t>
            </a:r>
            <a:r>
              <a:rPr lang="en-US" sz="2000" dirty="0">
                <a:latin typeface="Aptos"/>
              </a:rPr>
              <a:t>{</a:t>
            </a:r>
            <a:r>
              <a:rPr sz="2000" dirty="0">
                <a:latin typeface="Aptos"/>
              </a:rPr>
              <a:t>{examples}</a:t>
            </a:r>
            <a:r>
              <a:rPr lang="en-US" sz="2000" dirty="0">
                <a:latin typeface="Aptos"/>
              </a:rPr>
              <a:t>}</a:t>
            </a:r>
            <a:r>
              <a:rPr sz="2000" dirty="0">
                <a:latin typeface="Apto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latin typeface="Aptos"/>
              </a:rPr>
              <a:t>Advantages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dirty="0">
                <a:latin typeface="Aptos"/>
              </a:rPr>
              <a:t>{{</a:t>
            </a:r>
            <a:r>
              <a:rPr lang="en-US" sz="2000" dirty="0">
                <a:latin typeface="Aptos"/>
              </a:rPr>
              <a:t>{</a:t>
            </a:r>
            <a:r>
              <a:rPr sz="2000" dirty="0">
                <a:latin typeface="Aptos"/>
              </a:rPr>
              <a:t>advantages}}</a:t>
            </a:r>
            <a:r>
              <a:rPr lang="en-US" sz="2000" dirty="0">
                <a:latin typeface="Aptos"/>
              </a:rPr>
              <a:t>}</a:t>
            </a:r>
            <a:endParaRPr sz="2000" dirty="0">
              <a:latin typeface="Aptos"/>
            </a:endParaRPr>
          </a:p>
          <a:p>
            <a:endParaRPr sz="2000" dirty="0">
              <a:latin typeface="Aptos"/>
            </a:endParaRPr>
          </a:p>
          <a:p>
            <a:r>
              <a:rPr sz="2000" dirty="0">
                <a:latin typeface="Aptos"/>
              </a:rPr>
              <a:t>{</a:t>
            </a:r>
            <a:r>
              <a:rPr lang="en-US" sz="2000" dirty="0">
                <a:latin typeface="Aptos"/>
              </a:rPr>
              <a:t>{</a:t>
            </a:r>
            <a:r>
              <a:rPr sz="2000" dirty="0">
                <a:latin typeface="Aptos"/>
              </a:rPr>
              <a:t>{limitations}}</a:t>
            </a:r>
            <a:r>
              <a:rPr lang="en-US" sz="2000" dirty="0">
                <a:latin typeface="Aptos"/>
              </a:rPr>
              <a:t>}</a:t>
            </a:r>
            <a:endParaRPr sz="2000" dirty="0"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latin typeface="Aptos"/>
              </a:rP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dirty="0">
                <a:latin typeface="Aptos"/>
              </a:rPr>
              <a:t>{{</a:t>
            </a:r>
            <a:r>
              <a:rPr lang="en-US" sz="2000" dirty="0">
                <a:latin typeface="Aptos"/>
              </a:rPr>
              <a:t>{</a:t>
            </a:r>
            <a:r>
              <a:rPr sz="2000" dirty="0" err="1">
                <a:latin typeface="Aptos"/>
              </a:rPr>
              <a:t>key_takeaways</a:t>
            </a:r>
            <a:r>
              <a:rPr sz="2000">
                <a:latin typeface="Aptos"/>
              </a:rPr>
              <a:t>}}</a:t>
            </a:r>
            <a:r>
              <a:rPr lang="en-US" sz="2000">
                <a:latin typeface="Aptos"/>
              </a:rPr>
              <a:t>}</a:t>
            </a:r>
            <a:endParaRPr sz="2000" dirty="0"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latin typeface="Aptos"/>
              </a:rPr>
              <a:t>Exam-Centric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Aptos"/>
              </a:rPr>
              <a:t>{</a:t>
            </a:r>
            <a:r>
              <a:rPr sz="2000" dirty="0">
                <a:latin typeface="Aptos"/>
              </a:rPr>
              <a:t>{{</a:t>
            </a:r>
            <a:r>
              <a:rPr sz="2000" dirty="0" err="1">
                <a:latin typeface="Aptos"/>
              </a:rPr>
              <a:t>exam_questions</a:t>
            </a:r>
            <a:r>
              <a:rPr sz="2000" dirty="0">
                <a:latin typeface="Aptos"/>
              </a:rPr>
              <a:t>}}</a:t>
            </a:r>
            <a:r>
              <a:rPr lang="en-US" sz="2000" dirty="0">
                <a:latin typeface="Aptos"/>
              </a:rPr>
              <a:t>}</a:t>
            </a:r>
            <a:endParaRPr sz="2000" dirty="0"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1</TotalTime>
  <Words>79</Words>
  <Application>Microsoft Office PowerPoint</Application>
  <PresentationFormat>Widescreen</PresentationFormat>
  <Paragraphs>18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Arial Nova Light</vt:lpstr>
      <vt:lpstr>Dark Gradient</vt:lpstr>
      <vt:lpstr>{{{topic_name}}}</vt:lpstr>
      <vt:lpstr>Introduction</vt:lpstr>
      <vt:lpstr>Core Concepts</vt:lpstr>
      <vt:lpstr>Methodology</vt:lpstr>
      <vt:lpstr>Examples</vt:lpstr>
      <vt:lpstr>Advantages &amp; Limitations</vt:lpstr>
      <vt:lpstr>Key Takeaways</vt:lpstr>
      <vt:lpstr>Exam-Centric Questions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Ashutosh Tiwari</cp:lastModifiedBy>
  <cp:revision>4</cp:revision>
  <dcterms:created xsi:type="dcterms:W3CDTF">2013-01-27T09:14:16Z</dcterms:created>
  <dcterms:modified xsi:type="dcterms:W3CDTF">2026-08-29T10:01:51Z</dcterms:modified>
  <cp:category/>
</cp:coreProperties>
</file>